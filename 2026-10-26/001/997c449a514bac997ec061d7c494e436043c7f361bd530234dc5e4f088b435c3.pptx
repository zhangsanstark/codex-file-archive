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559463d8994ec7" /><Relationship Type="http://schemas.openxmlformats.org/officeDocument/2006/relationships/extended-properties" Target="/docProps/app.xml" Id="R4005192a68984ffc" /><Relationship Type="http://schemas.openxmlformats.org/officeDocument/2006/relationships/officeDocument" Target="/ppt/presentation.xml" Id="R8070e127d53c490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3a8d0b8a91477c"/>
  </p:sldMasterIdLst>
  <p:notesMasterIdLst>
    <p:notesMasterId xmlns:r="http://schemas.openxmlformats.org/officeDocument/2006/relationships" r:id="R96ddf9e048614310"/>
  </p:notesMasterIdLst>
  <p:sldIdLst>
    <p:sldId xmlns:r="http://schemas.openxmlformats.org/officeDocument/2006/relationships" id="256" r:id="Re8b9955186bb4211"/>
  </p:sldIdLst>
  <p:sldSz cx="15240000" cy="5905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45dc221557e4861" /><Relationship Type="http://schemas.openxmlformats.org/officeDocument/2006/relationships/slideMaster" Target="/ppt/slideMasters/slideMaster1.xml" Id="Ra13a8d0b8a91477c" /><Relationship Type="http://schemas.openxmlformats.org/officeDocument/2006/relationships/notesMaster" Target="/ppt/notesMasters/notesMaster1.xml" Id="R96ddf9e048614310" /><Relationship Type="http://schemas.openxmlformats.org/officeDocument/2006/relationships/presProps" Target="/ppt/presProps.xml" Id="Rb7ecd0d21c214840" /><Relationship Type="http://schemas.openxmlformats.org/officeDocument/2006/relationships/tableStyles" Target="/ppt/tableStyles.xml" Id="Rec30d53319cc439c" /><Relationship Type="http://schemas.openxmlformats.org/officeDocument/2006/relationships/slide" Target="/ppt/slides/slide1.xml" Id="Re8b9955186bb42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f7f5b9e9034b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0721c3bf6d4a34" /><Relationship Type="http://schemas.openxmlformats.org/officeDocument/2006/relationships/notesMaster" Target="/ppt/notesMasters/notesMaster1.xml" Id="R0c8c4c2aee7d43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0b7b4e2c754fa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fc7f78d65c40c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71fcc21d57458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4b6c891ad84e2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48ffbbff184af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f677e34f01414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87F5539-B2B4-40F9-A508-E07905AF68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2230967"/>
            <a:ext cx="12192000" cy="8530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1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E2BAC98-C90C-4409-8984-A232E2BA2F5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3248025"/>
            <a:ext cx="10668000" cy="656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8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404DD35-742B-4C9E-802D-8F4F52F189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2460625"/>
            <a:ext cx="12192000" cy="98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61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1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1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1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1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1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1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1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1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1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D5990EA-8092-4008-A9D8-E2E787A75B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459317"/>
            <a:ext cx="13525500" cy="721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0842444-77EF-4642-8546-F571C866D33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1640417"/>
            <a:ext cx="13525500" cy="36745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6850" indent="-196850" algn="l">
              <a:lnSpc>
                <a:spcPct val="110000"/>
              </a:lnSpc>
              <a:spcBef>
                <a:spcPts val="0"/>
              </a:spcBef>
              <a:spcAft>
                <a:spcPts val="1033"/>
              </a:spcAft>
              <a:buChar char="•"/>
              <a:defRPr sz="19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9317" indent="-196850" algn="l">
              <a:lnSpc>
                <a:spcPct val="110000"/>
              </a:lnSpc>
              <a:spcBef>
                <a:spcPts val="0"/>
              </a:spcBef>
              <a:spcAft>
                <a:spcPts val="1033"/>
              </a:spcAft>
              <a:buChar char="•"/>
              <a:defRPr sz="19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21783" indent="-196850" algn="l">
              <a:lnSpc>
                <a:spcPct val="110000"/>
              </a:lnSpc>
              <a:spcBef>
                <a:spcPts val="0"/>
              </a:spcBef>
              <a:spcAft>
                <a:spcPts val="1033"/>
              </a:spcAft>
              <a:buChar char="•"/>
              <a:defRPr sz="19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84250" indent="-196850" algn="l">
              <a:lnSpc>
                <a:spcPct val="110000"/>
              </a:lnSpc>
              <a:spcBef>
                <a:spcPts val="0"/>
              </a:spcBef>
              <a:spcAft>
                <a:spcPts val="1033"/>
              </a:spcAft>
              <a:buChar char="•"/>
              <a:defRPr sz="19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46717" indent="-196850" algn="l">
              <a:lnSpc>
                <a:spcPct val="110000"/>
              </a:lnSpc>
              <a:spcBef>
                <a:spcPts val="0"/>
              </a:spcBef>
              <a:spcAft>
                <a:spcPts val="1033"/>
              </a:spcAft>
              <a:buChar char="•"/>
              <a:defRPr sz="19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09183" indent="-196850" algn="l">
              <a:lnSpc>
                <a:spcPct val="110000"/>
              </a:lnSpc>
              <a:spcBef>
                <a:spcPts val="0"/>
              </a:spcBef>
              <a:spcAft>
                <a:spcPts val="1033"/>
              </a:spcAft>
              <a:buChar char="•"/>
              <a:defRPr sz="19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71650" indent="-196850" algn="l">
              <a:lnSpc>
                <a:spcPct val="110000"/>
              </a:lnSpc>
              <a:spcBef>
                <a:spcPts val="0"/>
              </a:spcBef>
              <a:spcAft>
                <a:spcPts val="1033"/>
              </a:spcAft>
              <a:buChar char="•"/>
              <a:defRPr sz="19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34117" indent="-196850" algn="l">
              <a:lnSpc>
                <a:spcPct val="110000"/>
              </a:lnSpc>
              <a:spcBef>
                <a:spcPts val="0"/>
              </a:spcBef>
              <a:spcAft>
                <a:spcPts val="1033"/>
              </a:spcAft>
              <a:buChar char="•"/>
              <a:defRPr sz="19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96583" indent="-196850" algn="l">
              <a:lnSpc>
                <a:spcPct val="110000"/>
              </a:lnSpc>
              <a:spcBef>
                <a:spcPts val="0"/>
              </a:spcBef>
              <a:spcAft>
                <a:spcPts val="1033"/>
              </a:spcAft>
              <a:buChar char="•"/>
              <a:defRPr sz="19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4CCFEF9-535B-4586-8CCD-C17C8E6600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459317"/>
            <a:ext cx="13525500" cy="721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E1EC8C4-85DD-470F-9869-5159480213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1640417"/>
            <a:ext cx="6286500" cy="36745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6850" indent="-196850" algn="l">
              <a:lnSpc>
                <a:spcPct val="110000"/>
              </a:lnSpc>
              <a:spcBef>
                <a:spcPts val="0"/>
              </a:spcBef>
              <a:spcAft>
                <a:spcPts val="1033"/>
              </a:spcAft>
              <a:buChar char="•"/>
              <a:defRPr sz="18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9317" indent="-196850" algn="l">
              <a:lnSpc>
                <a:spcPct val="110000"/>
              </a:lnSpc>
              <a:spcBef>
                <a:spcPts val="0"/>
              </a:spcBef>
              <a:spcAft>
                <a:spcPts val="1033"/>
              </a:spcAft>
              <a:buChar char="•"/>
              <a:defRPr sz="18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21783" indent="-196850" algn="l">
              <a:lnSpc>
                <a:spcPct val="110000"/>
              </a:lnSpc>
              <a:spcBef>
                <a:spcPts val="0"/>
              </a:spcBef>
              <a:spcAft>
                <a:spcPts val="1033"/>
              </a:spcAft>
              <a:buChar char="•"/>
              <a:defRPr sz="18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84250" indent="-196850" algn="l">
              <a:lnSpc>
                <a:spcPct val="110000"/>
              </a:lnSpc>
              <a:spcBef>
                <a:spcPts val="0"/>
              </a:spcBef>
              <a:spcAft>
                <a:spcPts val="1033"/>
              </a:spcAft>
              <a:buChar char="•"/>
              <a:defRPr sz="18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46717" indent="-196850" algn="l">
              <a:lnSpc>
                <a:spcPct val="110000"/>
              </a:lnSpc>
              <a:spcBef>
                <a:spcPts val="0"/>
              </a:spcBef>
              <a:spcAft>
                <a:spcPts val="1033"/>
              </a:spcAft>
              <a:buChar char="•"/>
              <a:defRPr sz="18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09183" indent="-196850" algn="l">
              <a:lnSpc>
                <a:spcPct val="110000"/>
              </a:lnSpc>
              <a:spcBef>
                <a:spcPts val="0"/>
              </a:spcBef>
              <a:spcAft>
                <a:spcPts val="1033"/>
              </a:spcAft>
              <a:buChar char="•"/>
              <a:defRPr sz="18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71650" indent="-196850" algn="l">
              <a:lnSpc>
                <a:spcPct val="110000"/>
              </a:lnSpc>
              <a:spcBef>
                <a:spcPts val="0"/>
              </a:spcBef>
              <a:spcAft>
                <a:spcPts val="1033"/>
              </a:spcAft>
              <a:buChar char="•"/>
              <a:defRPr sz="18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34117" indent="-196850" algn="l">
              <a:lnSpc>
                <a:spcPct val="110000"/>
              </a:lnSpc>
              <a:spcBef>
                <a:spcPts val="0"/>
              </a:spcBef>
              <a:spcAft>
                <a:spcPts val="1033"/>
              </a:spcAft>
              <a:buChar char="•"/>
              <a:defRPr sz="18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96583" indent="-196850" algn="l">
              <a:lnSpc>
                <a:spcPct val="110000"/>
              </a:lnSpc>
              <a:spcBef>
                <a:spcPts val="0"/>
              </a:spcBef>
              <a:spcAft>
                <a:spcPts val="1033"/>
              </a:spcAft>
              <a:buChar char="•"/>
              <a:defRPr sz="18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80D3089-84AE-423C-8F18-6324C7850CB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1640417"/>
            <a:ext cx="6286500" cy="36745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6850" indent="-196850" algn="l">
              <a:lnSpc>
                <a:spcPct val="110000"/>
              </a:lnSpc>
              <a:spcBef>
                <a:spcPts val="0"/>
              </a:spcBef>
              <a:spcAft>
                <a:spcPts val="1033"/>
              </a:spcAft>
              <a:buChar char="•"/>
              <a:defRPr sz="18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9317" indent="-196850" algn="l">
              <a:lnSpc>
                <a:spcPct val="110000"/>
              </a:lnSpc>
              <a:spcBef>
                <a:spcPts val="0"/>
              </a:spcBef>
              <a:spcAft>
                <a:spcPts val="1033"/>
              </a:spcAft>
              <a:buChar char="•"/>
              <a:defRPr sz="18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21783" indent="-196850" algn="l">
              <a:lnSpc>
                <a:spcPct val="110000"/>
              </a:lnSpc>
              <a:spcBef>
                <a:spcPts val="0"/>
              </a:spcBef>
              <a:spcAft>
                <a:spcPts val="1033"/>
              </a:spcAft>
              <a:buChar char="•"/>
              <a:defRPr sz="18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84250" indent="-196850" algn="l">
              <a:lnSpc>
                <a:spcPct val="110000"/>
              </a:lnSpc>
              <a:spcBef>
                <a:spcPts val="0"/>
              </a:spcBef>
              <a:spcAft>
                <a:spcPts val="1033"/>
              </a:spcAft>
              <a:buChar char="•"/>
              <a:defRPr sz="18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46717" indent="-196850" algn="l">
              <a:lnSpc>
                <a:spcPct val="110000"/>
              </a:lnSpc>
              <a:spcBef>
                <a:spcPts val="0"/>
              </a:spcBef>
              <a:spcAft>
                <a:spcPts val="1033"/>
              </a:spcAft>
              <a:buChar char="•"/>
              <a:defRPr sz="18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09183" indent="-196850" algn="l">
              <a:lnSpc>
                <a:spcPct val="110000"/>
              </a:lnSpc>
              <a:spcBef>
                <a:spcPts val="0"/>
              </a:spcBef>
              <a:spcAft>
                <a:spcPts val="1033"/>
              </a:spcAft>
              <a:buChar char="•"/>
              <a:defRPr sz="18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71650" indent="-196850" algn="l">
              <a:lnSpc>
                <a:spcPct val="110000"/>
              </a:lnSpc>
              <a:spcBef>
                <a:spcPts val="0"/>
              </a:spcBef>
              <a:spcAft>
                <a:spcPts val="1033"/>
              </a:spcAft>
              <a:buChar char="•"/>
              <a:defRPr sz="18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34117" indent="-196850" algn="l">
              <a:lnSpc>
                <a:spcPct val="110000"/>
              </a:lnSpc>
              <a:spcBef>
                <a:spcPts val="0"/>
              </a:spcBef>
              <a:spcAft>
                <a:spcPts val="1033"/>
              </a:spcAft>
              <a:buChar char="•"/>
              <a:defRPr sz="18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96583" indent="-196850" algn="l">
              <a:lnSpc>
                <a:spcPct val="110000"/>
              </a:lnSpc>
              <a:spcBef>
                <a:spcPts val="0"/>
              </a:spcBef>
              <a:spcAft>
                <a:spcPts val="1033"/>
              </a:spcAft>
              <a:buChar char="•"/>
              <a:defRPr sz="18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17E0FB5-4B12-4C53-8398-A23B9B6C0E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459317"/>
            <a:ext cx="13525500" cy="721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6EADBDC-AD2B-4963-B094-97814260516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1640417"/>
            <a:ext cx="6286500" cy="36745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6850" indent="-196850" algn="l">
              <a:lnSpc>
                <a:spcPct val="110000"/>
              </a:lnSpc>
              <a:spcBef>
                <a:spcPts val="0"/>
              </a:spcBef>
              <a:spcAft>
                <a:spcPts val="1033"/>
              </a:spcAft>
              <a:buChar char="•"/>
              <a:defRPr sz="19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9317" indent="-196850" algn="l">
              <a:lnSpc>
                <a:spcPct val="110000"/>
              </a:lnSpc>
              <a:spcBef>
                <a:spcPts val="0"/>
              </a:spcBef>
              <a:spcAft>
                <a:spcPts val="1033"/>
              </a:spcAft>
              <a:buChar char="•"/>
              <a:defRPr sz="19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21783" indent="-196850" algn="l">
              <a:lnSpc>
                <a:spcPct val="110000"/>
              </a:lnSpc>
              <a:spcBef>
                <a:spcPts val="0"/>
              </a:spcBef>
              <a:spcAft>
                <a:spcPts val="1033"/>
              </a:spcAft>
              <a:buChar char="•"/>
              <a:defRPr sz="19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84250" indent="-196850" algn="l">
              <a:lnSpc>
                <a:spcPct val="110000"/>
              </a:lnSpc>
              <a:spcBef>
                <a:spcPts val="0"/>
              </a:spcBef>
              <a:spcAft>
                <a:spcPts val="1033"/>
              </a:spcAft>
              <a:buChar char="•"/>
              <a:defRPr sz="19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46717" indent="-196850" algn="l">
              <a:lnSpc>
                <a:spcPct val="110000"/>
              </a:lnSpc>
              <a:spcBef>
                <a:spcPts val="0"/>
              </a:spcBef>
              <a:spcAft>
                <a:spcPts val="1033"/>
              </a:spcAft>
              <a:buChar char="•"/>
              <a:defRPr sz="19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09183" indent="-196850" algn="l">
              <a:lnSpc>
                <a:spcPct val="110000"/>
              </a:lnSpc>
              <a:spcBef>
                <a:spcPts val="0"/>
              </a:spcBef>
              <a:spcAft>
                <a:spcPts val="1033"/>
              </a:spcAft>
              <a:buChar char="•"/>
              <a:defRPr sz="19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71650" indent="-196850" algn="l">
              <a:lnSpc>
                <a:spcPct val="110000"/>
              </a:lnSpc>
              <a:spcBef>
                <a:spcPts val="0"/>
              </a:spcBef>
              <a:spcAft>
                <a:spcPts val="1033"/>
              </a:spcAft>
              <a:buChar char="•"/>
              <a:defRPr sz="19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34117" indent="-196850" algn="l">
              <a:lnSpc>
                <a:spcPct val="110000"/>
              </a:lnSpc>
              <a:spcBef>
                <a:spcPts val="0"/>
              </a:spcBef>
              <a:spcAft>
                <a:spcPts val="1033"/>
              </a:spcAft>
              <a:buChar char="•"/>
              <a:defRPr sz="19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96583" indent="-196850" algn="l">
              <a:lnSpc>
                <a:spcPct val="110000"/>
              </a:lnSpc>
              <a:spcBef>
                <a:spcPts val="0"/>
              </a:spcBef>
              <a:spcAft>
                <a:spcPts val="1033"/>
              </a:spcAft>
              <a:buChar char="•"/>
              <a:defRPr sz="19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18ec964cc4c4443" /><Relationship Type="http://schemas.openxmlformats.org/officeDocument/2006/relationships/slideLayout" Target="/ppt/slideLayouts/slideLayout1.xml" Id="R717e7e8de7ca49d5" /><Relationship Type="http://schemas.openxmlformats.org/officeDocument/2006/relationships/slideLayout" Target="/ppt/slideLayouts/slideLayout2.xml" Id="R4332027bcb0f40d3" /><Relationship Type="http://schemas.openxmlformats.org/officeDocument/2006/relationships/slideLayout" Target="/ppt/slideLayouts/slideLayout3.xml" Id="R25d3523235e54e24" /><Relationship Type="http://schemas.openxmlformats.org/officeDocument/2006/relationships/slideLayout" Target="/ppt/slideLayouts/slideLayout4.xml" Id="R536ed8ea551b4650" /><Relationship Type="http://schemas.openxmlformats.org/officeDocument/2006/relationships/slideLayout" Target="/ppt/slideLayouts/slideLayout5.xml" Id="Rb53746c54a404c81" /><Relationship Type="http://schemas.openxmlformats.org/officeDocument/2006/relationships/slideLayout" Target="/ppt/slideLayouts/slideLayout6.xml" Id="Rf7b607275be6420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7e7e8de7ca49d5"/>
    <p:sldLayoutId xmlns:r="http://schemas.openxmlformats.org/officeDocument/2006/relationships" id="2147483650" r:id="R4332027bcb0f40d3"/>
    <p:sldLayoutId xmlns:r="http://schemas.openxmlformats.org/officeDocument/2006/relationships" id="2147483651" r:id="R25d3523235e54e24"/>
    <p:sldLayoutId xmlns:r="http://schemas.openxmlformats.org/officeDocument/2006/relationships" id="2147483652" r:id="R536ed8ea551b4650"/>
    <p:sldLayoutId xmlns:r="http://schemas.openxmlformats.org/officeDocument/2006/relationships" id="2147483653" r:id="Rb53746c54a404c81"/>
    <p:sldLayoutId xmlns:r="http://schemas.openxmlformats.org/officeDocument/2006/relationships" id="2147483654" r:id="Rf7b607275be6420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33e85c4697435f" /><Relationship Type="http://schemas.openxmlformats.org/officeDocument/2006/relationships/notesSlide" Target="/ppt/notesSlides/notesSlide1.xml" Id="R18e4cf00002d462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471000-9BD3-4E0D-81E3-F14253684D6A}"/>
              </a:ext>
            </a:extLst>
          </p:cNvPr>
          <p:cNvGraphicFramePr/>
          <p:nvPr/>
        </p:nvGraphicFramePr>
        <p:xfrm>
          <a:off xmlns:a="http://schemas.openxmlformats.org/drawingml/2006/main" x="457200" y="304800"/>
          <a:ext xmlns:a="http://schemas.openxmlformats.org/drawingml/2006/main" cx="14325600" cy="335280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2571750"/>
                <a:gridCol w="6286500"/>
                <a:gridCol w="5467350"/>
              </a:tblGrid>
              <a:tr h="990600">
                <a:tc>
                  <a:txBody>
                    <a:bodyPr wrap="none" lIns="171450" tIns="133350" rIns="171450" bIns="133350">
                      <a:noAutofit/>
                    </a:bodyPr>
                    <a:lstStyle/>
                    <a:p>
                      <a:pPr algn="ctr"/>
                      <a:r>
                        <a:rPr sz="2325" b="1">
                          <a:solidFill>
                            <a:srgbClr val="8B1E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</a:t>
                      </a:r>
                    </a:p>
                  </a:txBody>
                  <a:tcPr marL="91440" marR="91440" marT="45720" marB="45720" anchor="ctr">
                    <a:lnL w="13335">
                      <a:solidFill>
                        <a:srgbClr val="8B1E2D"/>
                      </a:solidFill>
                      <a:prstDash val="solid"/>
                    </a:lnL>
                    <a:lnR w="13335">
                      <a:solidFill>
                        <a:srgbClr val="8B1E2D"/>
                      </a:solidFill>
                      <a:prstDash val="solid"/>
                    </a:lnR>
                    <a:lnT w="13335">
                      <a:solidFill>
                        <a:srgbClr val="8B1E2D"/>
                      </a:solidFill>
                      <a:prstDash val="solid"/>
                    </a:lnT>
                    <a:lnB w="13335">
                      <a:solidFill>
                        <a:srgbClr val="8B1E2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71450" tIns="133350" rIns="171450" bIns="133350">
                      <a:noAutofit/>
                    </a:bodyPr>
                    <a:lstStyle/>
                    <a:p>
                      <a:pPr algn="ctr"/>
                      <a:r>
                        <a:rPr sz="2325" b="1">
                          <a:solidFill>
                            <a:srgbClr val="8B1E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误拦率</a:t>
                      </a:r>
                    </a:p>
                    <a:p>
                      <a:pPr algn="ctr"/>
                      <a:r>
                        <a:rPr sz="2325" b="1">
                          <a:solidFill>
                            <a:srgbClr val="8B1E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最低 0.5 → 0.7</a:t>
                      </a:r>
                    </a:p>
                  </a:txBody>
                  <a:tcPr marL="91440" marR="91440" marT="45720" marB="45720" anchor="ctr">
                    <a:lnR w="13335">
                      <a:solidFill>
                        <a:srgbClr val="8B1E2D"/>
                      </a:solidFill>
                      <a:prstDash val="solid"/>
                    </a:lnR>
                    <a:lnT w="13335">
                      <a:solidFill>
                        <a:srgbClr val="8B1E2D"/>
                      </a:solidFill>
                      <a:prstDash val="solid"/>
                    </a:lnT>
                    <a:lnB w="13335">
                      <a:solidFill>
                        <a:srgbClr val="8B1E2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71450" tIns="133350" rIns="171450" bIns="133350">
                      <a:noAutofit/>
                    </a:bodyPr>
                    <a:lstStyle/>
                    <a:p>
                      <a:pPr algn="ctr"/>
                      <a:r>
                        <a:rPr sz="2325" b="1">
                          <a:solidFill>
                            <a:srgbClr val="8B1E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正图检出率</a:t>
                      </a:r>
                    </a:p>
                    <a:p>
                      <a:pPr algn="ctr"/>
                      <a:r>
                        <a:rPr sz="2325" b="1">
                          <a:solidFill>
                            <a:srgbClr val="8B1E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最低 0.5 → 0.7</a:t>
                      </a:r>
                    </a:p>
                  </a:txBody>
                  <a:tcPr marL="91440" marR="91440" marT="45720" marB="45720" anchor="ctr">
                    <a:lnR w="13335">
                      <a:solidFill>
                        <a:srgbClr val="8B1E2D"/>
                      </a:solidFill>
                      <a:prstDash val="solid"/>
                    </a:lnR>
                    <a:lnT w="13335">
                      <a:solidFill>
                        <a:srgbClr val="8B1E2D"/>
                      </a:solidFill>
                      <a:prstDash val="solid"/>
                    </a:lnT>
                    <a:lnB w="13335">
                      <a:solidFill>
                        <a:srgbClr val="8B1E2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81100">
                <a:tc>
                  <a:txBody>
                    <a:bodyPr wrap="none" lIns="171450" tIns="133350" rIns="171450" bIns="133350">
                      <a:noAutofit/>
                    </a:bodyPr>
                    <a:lstStyle/>
                    <a:p>
                      <a:pPr algn="ctr"/>
                      <a:r>
                        <a:rPr sz="27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YOLOv8m</a:t>
                      </a:r>
                    </a:p>
                  </a:txBody>
                  <a:tcPr marL="91440" marR="91440" marT="45720" marB="45720" anchor="ctr">
                    <a:lnL w="13335">
                      <a:solidFill>
                        <a:srgbClr val="8B1E2D"/>
                      </a:solidFill>
                      <a:prstDash val="solid"/>
                    </a:lnL>
                    <a:lnR w="13335">
                      <a:solidFill>
                        <a:srgbClr val="8B1E2D"/>
                      </a:solidFill>
                      <a:prstDash val="solid"/>
                    </a:lnR>
                    <a:lnB w="13335">
                      <a:solidFill>
                        <a:srgbClr val="8B1E2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71450" tIns="133350" rIns="171450" bIns="133350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1.20% → </a:t>
                      </a:r>
                      <a:r>
                        <a:rPr sz="2700" b="1">
                          <a:solidFill>
                            <a:srgbClr val="8B1E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0.80%</a:t>
                      </a:r>
                      <a:r>
                        <a:rPr sz="27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（8/1000）</a:t>
                      </a:r>
                    </a:p>
                  </a:txBody>
                  <a:tcPr marL="91440" marR="91440" marT="45720" marB="45720" anchor="ctr">
                    <a:lnR w="13335">
                      <a:solidFill>
                        <a:srgbClr val="8B1E2D"/>
                      </a:solidFill>
                      <a:prstDash val="solid"/>
                    </a:lnR>
                    <a:lnB w="13335">
                      <a:solidFill>
                        <a:srgbClr val="8B1E2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71450" tIns="133350" rIns="171450" bIns="133350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92.39% → 91.31%</a:t>
                      </a:r>
                    </a:p>
                  </a:txBody>
                  <a:tcPr marL="91440" marR="91440" marT="45720" marB="45720" anchor="ctr">
                    <a:lnR w="13335">
                      <a:solidFill>
                        <a:srgbClr val="8B1E2D"/>
                      </a:solidFill>
                      <a:prstDash val="solid"/>
                    </a:lnR>
                    <a:lnB w="13335">
                      <a:solidFill>
                        <a:srgbClr val="8B1E2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81100">
                <a:tc>
                  <a:txBody>
                    <a:bodyPr wrap="none" lIns="171450" tIns="133350" rIns="171450" bIns="133350">
                      <a:noAutofit/>
                    </a:bodyPr>
                    <a:lstStyle/>
                    <a:p>
                      <a:pPr algn="ctr"/>
                      <a:r>
                        <a:rPr sz="27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YOLO26m</a:t>
                      </a:r>
                    </a:p>
                  </a:txBody>
                  <a:tcPr marL="91440" marR="91440" marT="45720" marB="45720" anchor="ctr">
                    <a:lnL w="13335">
                      <a:solidFill>
                        <a:srgbClr val="8B1E2D"/>
                      </a:solidFill>
                      <a:prstDash val="solid"/>
                    </a:lnL>
                    <a:lnR w="13335">
                      <a:solidFill>
                        <a:srgbClr val="8B1E2D"/>
                      </a:solidFill>
                      <a:prstDash val="solid"/>
                    </a:lnR>
                    <a:lnB w="13335">
                      <a:solidFill>
                        <a:srgbClr val="8B1E2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71450" tIns="133350" rIns="171450" bIns="133350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1.30% → </a:t>
                      </a:r>
                      <a:r>
                        <a:rPr sz="2700" b="1">
                          <a:solidFill>
                            <a:srgbClr val="8B1E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0.80%</a:t>
                      </a:r>
                      <a:r>
                        <a:rPr sz="27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（8/1000）</a:t>
                      </a:r>
                    </a:p>
                  </a:txBody>
                  <a:tcPr marL="91440" marR="91440" marT="45720" marB="45720" anchor="ctr">
                    <a:lnR w="13335">
                      <a:solidFill>
                        <a:srgbClr val="8B1E2D"/>
                      </a:solidFill>
                      <a:prstDash val="solid"/>
                    </a:lnR>
                    <a:lnB w="13335">
                      <a:solidFill>
                        <a:srgbClr val="8B1E2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71450" tIns="133350" rIns="171450" bIns="133350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94.31% → 92.52%</a:t>
                      </a:r>
                    </a:p>
                  </a:txBody>
                  <a:tcPr marL="91440" marR="91440" marT="45720" marB="45720" anchor="ctr">
                    <a:lnR w="13335">
                      <a:solidFill>
                        <a:srgbClr val="8B1E2D"/>
                      </a:solidFill>
                      <a:prstDash val="solid"/>
                    </a:lnR>
                    <a:lnB w="13335">
                      <a:solidFill>
                        <a:srgbClr val="8B1E2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" name="评估结论">
            <a:extLst xmlns:a="http://schemas.openxmlformats.org/drawingml/2006/main">
              <a:ext uri="{FF2B5EF4-FFF2-40B4-BE49-F238E27FC236}">
                <a16:creationId xmlns:a16="http://schemas.microsoft.com/office/drawing/2014/main" id="{0A488F01-1218-4B87-9DB1-82A9081EC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57650"/>
            <a:ext cx="143256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调整后，误拦率点估计均低于 1%，但逐类召回低于 75% 的类别</a:t>
            </a:r>
          </a:p>
          <a:p xmlns:a="http://schemas.openxmlformats.org/drawingml/2006/main">
            <a:pPr algn="l">
              <a:defRPr sz="24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分别增至 </a:t>
            </a:r>
            <a:r>
              <a:rPr sz="24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4 类、5 类</a:t>
            </a:r>
            <a:r>
              <a:rPr sz="24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4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整体仍未通过评估。</a:t>
            </a:r>
          </a:p>
        </p:txBody>
      </p:sp>
    </p:spTree>
    <p:extLst>
      <p:ext uri="{BB962C8B-B14F-4D97-AF65-F5344CB8AC3E}">
        <p14:creationId xmlns:p14="http://schemas.microsoft.com/office/powerpoint/2010/main" val="20243885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2026-10-27T02:50:05.5050000Z</dcterms:created>
  <dcterms:modified xsi:type="dcterms:W3CDTF">2026-10-27T02:50:05.5050000Z</dcterms:modified>
</coreProperties>
</file>